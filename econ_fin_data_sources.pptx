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https://ranaroussi.github.io/yfinance/ (yfinance overview and quick start)
- https://fred.stlouisfed.org/docs/api/fred/ (FRED API overview)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https://fred.stlouisfed.org/docs/api/fred/ (FRED API for macro series)
- https://pandas-datareader.readthedocs.io/en/latest/readers/stooq.html (Stooq reader for historical prices)
- https://ranaroussi.github.io/yfinance/ (yfinance supports yf.download and yf.Ticker)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https://fred.stlouisfed.org/docs/api/fred/series_observations.html (FRED observations endpoint)
- https://pandas-datareader.readthedocs.io/en/latest/ (pandas-datareader get_data_fred quick start)
- https://github.com/mortada/fredapi (fredapi returns pandas Series/DataFrame)
- https://pandas-datareader.readthedocs.io/en/latest/readers/stooq.html (Stooq reader)
- https://ranaroussi.github.io/yfinance/ (yf.download and yf.Ticker examples)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https://fred.stlouisfed.org/docs/api/fred/series_observations.html (endpoint + parameters like series_id, file_type, observation_start)
- https://fred.stlouisfed.org/docs/api/fred/ (FRED API overview)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https://pandas-datareader.readthedocs.io/en/latest/ (Quick Start shows get_data_fred)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https://github.com/mortada/fredapi (fredapi returns pandas Series/DataFrame; supports ALFRED/vintages)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https://pandas-datareader.readthedocs.io/en/latest/readers/stooq.html (StooqDailyReader returns historical stock prices; parameters and notes)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https://ranaroussi.github.io/yfinance/ (quick start shows yf.download and notes yfinance is not affiliated with Yahoo)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https://ranaroussi.github.io/yfinance/ (quick start demonstrates yf.Ticker methods and yf.download)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https://github.com/mortada/fredapi (notes on revisions/vintages via ALFRED)
- https://ranaroussi.github.io/yfinance/ (yfinance is not affiliated with Yahoo; intended for research/educational; quick start)
- https://pandas-datareader.readthedocs.io/en/latest/readers/stooq.html (Stooq reader)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Economic &amp; Financial Data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pandas examples for: FRED, fredapi, Stooq, yfinance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3749040"/>
            <a:ext cx="3840480" cy="5029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858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• Prices • Fundamentals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picture: match source → data 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58444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71600"/>
            <a:ext cx="2011680" cy="3200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801368"/>
            <a:ext cx="3127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series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12724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Rates, CPI, GDP, employment, credit spreads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FRED (official) / fredapi / pandas-datareader “fred”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long history + consistent identifiers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61688" y="1143000"/>
            <a:ext cx="358444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371600"/>
            <a:ext cx="2011680" cy="3200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90288" y="1801368"/>
            <a:ext cx="3127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prices (OHLCV)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0288" y="2286000"/>
            <a:ext cx="312724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Stocks, indices, FX, commodities (historical)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Stooq (via pandas-datareader) or yf.download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quick backtesting datasets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74736" y="1143000"/>
            <a:ext cx="358444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1371600"/>
            <a:ext cx="2011680" cy="3200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03336" y="1801368"/>
            <a:ext cx="3127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fundamentals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03336" y="2286000"/>
            <a:ext cx="312724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statements, ratios, metadata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yf.Ticker for single-company research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“one object” for many endpoints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no single provider covers everything — combine sources by domain.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234440"/>
            <a:ext cx="0" cy="3840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1234440"/>
            <a:ext cx="0" cy="3840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9640" y="1234440"/>
            <a:ext cx="0" cy="3840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3716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0" y="137160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892808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(official API)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1892808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time series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1892808"/>
            <a:ext cx="2788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+ flexible parameters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0" y="1892808"/>
            <a:ext cx="28163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key; you parse JSON yourself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441448"/>
            <a:ext cx="110916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441448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55117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pandas-datareader: get_data_fred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2551176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time series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23560" y="2551176"/>
            <a:ext cx="2788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to DataFrame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0" y="2551176"/>
            <a:ext cx="28163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control than raw API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099816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20954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63240" y="3209544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+ vintage support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3209544"/>
            <a:ext cx="2788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methods; returns pandas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0" y="3209544"/>
            <a:ext cx="28163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depends on FRED API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758184"/>
            <a:ext cx="110916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758184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6791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Stooq (via pandas-datareader)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063240" y="3867912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historical prices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23560" y="3867912"/>
            <a:ext cx="2788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Free; good for backtests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0" y="3867912"/>
            <a:ext cx="28163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official market data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416552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52628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(yf.download / yf.Ticker)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063240" y="4526280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+ fundamentals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23560" y="4526280"/>
            <a:ext cx="2788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research workflows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800" y="4526280"/>
            <a:ext cx="28163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Unofficial; may rate-limit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07492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macro → FRED; bulk prices → yf.download/Stooq; single-stock deep dive → yf.Ticker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(official API): maximum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macroeconomic data (rates, CPI, GDP, etc.)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you want control over parameters, retries, caching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to “many series” pipelines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(pandas + requests)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FRED_API_KEY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getenv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"FRED_API_KEY"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fred_series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series_id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"2000-01-01"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"https://api.stlouisfed.org/fred/series/observations"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params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"series_id"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series_id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"api_key"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FRED_API_KEY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"file_type"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"json"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"observation_start"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timeout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raise_for_status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"observations"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"value"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index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to_datetime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"date"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name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series_id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to_numeric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"coerce"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fred_series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"DGS10"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production ETL, bulk fetchers, custom caching.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“fred” via pandas-datareader: fastest one-liner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macro pulls directly into a DataFrame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notebooks, demos, and lightweight scripts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FRED identifiers (e.g., GS10, DGS10, CPIAUCSL)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(pandas_datareader)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pandas_datareader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10-year constant maturity yield (example series)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DataReader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"DGS10"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"fred"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"2000-01-01"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quick charts + prototypes. Less control than raw API.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fredapi: convenient wrapper (plus ALFRED support)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Python wrapper around the FRED web service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pandas Series/DataFrame directly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if you care about data revisions (“vintages”) via ALFRED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(fredapi → pandas)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fredapi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fred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getenv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"FRED_API_KEY"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get_series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"DGS10"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observation_start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"2000-01-01"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"DGS10"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to_datetime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research workflows, revision-aware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Stooq: free historical OHLCV (via pandas-datareader)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historical OHLCV for stocks/indices/FX/commodities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backtesting and examples without API keys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returns newest→oldest; sort by index for time order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(Stooq reader)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pandas_datareader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Stooq tickers often look like "aapl.us"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DataReader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"aapl.us"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"stooq"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"2020-01-01"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sort_index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chronological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"Low"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"Close"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"Volume"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backtests, educational demos, quick OHLCV.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yfinance: yf.download for bulk price history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pulling many tickers in one call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adjusted prices for research/backtests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cross-asset comparisons (portfolio datasets)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(multi-ticker prices)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yfinance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tickers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"AAPL"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"MSFT"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"2020-01-01"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auto_adjust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group_by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"ticker"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progress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"AAPL"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"AAPL"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"Close"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"MSFT"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"MSFT"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"Close"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yfinance is an open-source wrapper around publicly available Yahoo data.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yfinance: yf.Ticker for fundamentals + statements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Single-company deep dive (prices + metadata + statements)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valuation dashboards and research notebooks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when you need “many endpoints for one ticker”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(one ticker, many datasets)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yfinance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"AAPL"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Price history (pandas DataFrame)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"2y"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auto_adjust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"Close"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"Volume"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Financial statements (DataFrames)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income_stmt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balance_sheet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cashflow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cashflow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lnSpc>
                <a:spcPct val="105000"/>
              </a:lnSpc>
              <a:buNone/>
            </a:pP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for many tickers, prefer yf.download; for one ticker, prefer yf.Ticker.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tips (what your audience will thank you for)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623560" cy="5349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to mention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&amp; outages happen (especially unofficial sources)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normalize timezones / trading calendars for prices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explicit about adjusted vs unadjusted prices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series can be revised — consider vintage-aware tools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results for repeatable notebooks and faster demos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143000"/>
            <a:ext cx="5239512" cy="5349240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decision 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macro series?  →  FRED API / fredapi / pdr.get_data_fred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many tickers prices?  →  yf.download (or Stooq)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one ticker deep dive?  →  yf.Ticker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reproducibility?  →  cache + pin package versions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message: pick sources by “macro vs prices vs fundamentals”, then wrap with pandas + caching.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2026-02-18T03:58:06Z</dcterms:created>
  <dcterms:modified xsi:type="dcterms:W3CDTF">2026-02-18T03:58:06Z</dcterms:modified>
</cp:coreProperties>
</file>